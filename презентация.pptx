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EE9CEE-1089-46D1-BE3F-9FE7ED592989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C3E15A-1C05-4A7C-A529-AB567AF3DB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42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77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327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6477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34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75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906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621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00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569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258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E859B-5685-4E3F-BB50-921DB08B9890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97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E859B-5685-4E3F-BB50-921DB08B9890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21CB0-8405-4606-951C-8AD212FC32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7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56996" y="2610852"/>
            <a:ext cx="10940715" cy="1636296"/>
          </a:xfrm>
        </p:spPr>
        <p:txBody>
          <a:bodyPr>
            <a:normAutofit fontScale="90000"/>
          </a:bodyPr>
          <a:lstStyle/>
          <a:p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реализации сетевой архитектуры кластера машинного обучения с использованием механизмов контроля перегрузок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7308" y="4754353"/>
            <a:ext cx="8259386" cy="850231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ИУ7-73Б: Паламарчук Андрей Николаевич </a:t>
            </a:r>
          </a:p>
          <a:p>
            <a:pPr algn="l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Клочков Максим Николаевич</a:t>
            </a:r>
          </a:p>
        </p:txBody>
      </p:sp>
      <p:pic>
        <p:nvPicPr>
          <p:cNvPr id="9" name="Google Shape;107;p26"/>
          <p:cNvPicPr/>
          <p:nvPr/>
        </p:nvPicPr>
        <p:blipFill>
          <a:blip r:embed="rId2">
            <a:alphaModFix/>
          </a:blip>
          <a:srcRect/>
          <a:stretch/>
        </p:blipFill>
        <p:spPr bwMode="auto">
          <a:xfrm>
            <a:off x="387308" y="237226"/>
            <a:ext cx="1136692" cy="13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Прямоугольник 10"/>
          <p:cNvSpPr/>
          <p:nvPr/>
        </p:nvSpPr>
        <p:spPr>
          <a:xfrm>
            <a:off x="1812757" y="330563"/>
            <a:ext cx="99140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 «Московский государственный технический университет имени Н.Э. Баумана (национальный исследовательский университет)» (МГТУ им. Н.Э. Баумана)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812756" y="1530892"/>
            <a:ext cx="105236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ИУ «ИНФОРМАТИКА И СИСТЕМЫ УПРАВЛЕНИЯ»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ИУ7 «ПРОГРАММНОЕ ОБЕСПЕЧЕНИЕ ЭВМ И ИНФОРМАЦИОННЫЕ ТЕХНОЛОГИИ»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703103" y="5795029"/>
            <a:ext cx="848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 г.</a:t>
            </a:r>
          </a:p>
        </p:txBody>
      </p:sp>
    </p:spTree>
    <p:extLst>
      <p:ext uri="{BB962C8B-B14F-4D97-AF65-F5344CB8AC3E}">
        <p14:creationId xmlns:p14="http://schemas.microsoft.com/office/powerpoint/2010/main" val="2299856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106905"/>
            <a:ext cx="12192000" cy="5478379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существующих методов и программных средств для реализации сетей кластера машинного обучения с использованием механизмов контроля перегрузок и балансировки нагрузки. </a:t>
            </a:r>
          </a:p>
          <a:p>
            <a:pPr marL="0" indent="0" algn="just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221615" indent="0" algn="just">
              <a:lnSpc>
                <a:spcPct val="150000"/>
              </a:lnSpc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	проанализировать предметную область, выявить специфику трафика распределенного обучения, определить требования к сети;</a:t>
            </a:r>
          </a:p>
          <a:p>
            <a:pPr marL="221615" indent="0" algn="just">
              <a:lnSpc>
                <a:spcPct val="150000"/>
              </a:lnSpc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	провести сравнительный анализ методов контроля перегрузок, среди которых выделяются реактивные и проактивные;</a:t>
            </a:r>
          </a:p>
          <a:p>
            <a:pPr marL="221615" indent="0" algn="just">
              <a:lnSpc>
                <a:spcPct val="150000"/>
              </a:lnSpc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	провести сравнительный анализ методов балансировки нагрузки, среди которых выделяются статические и динамические;</a:t>
            </a:r>
          </a:p>
          <a:p>
            <a:pPr marL="221615" indent="0" algn="just">
              <a:lnSpc>
                <a:spcPct val="150000"/>
              </a:lnSpc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	провести сравнительный анализ методов и средств моделирования сетей.</a:t>
            </a:r>
          </a:p>
          <a:p>
            <a:pPr marL="0" indent="0" algn="just">
              <a:buNone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B41E09-1BB5-1469-1C9C-1176DC62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105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6128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методов контроля перегрузок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9885697"/>
              </p:ext>
            </p:extLst>
          </p:nvPr>
        </p:nvGraphicFramePr>
        <p:xfrm>
          <a:off x="419100" y="1341691"/>
          <a:ext cx="11353800" cy="48936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5665">
                  <a:extLst>
                    <a:ext uri="{9D8B030D-6E8A-4147-A177-3AD203B41FA5}">
                      <a16:colId xmlns:a16="http://schemas.microsoft.com/office/drawing/2014/main" val="1083166161"/>
                    </a:ext>
                  </a:extLst>
                </a:gridCol>
                <a:gridCol w="2186325">
                  <a:extLst>
                    <a:ext uri="{9D8B030D-6E8A-4147-A177-3AD203B41FA5}">
                      <a16:colId xmlns:a16="http://schemas.microsoft.com/office/drawing/2014/main" val="447389785"/>
                    </a:ext>
                  </a:extLst>
                </a:gridCol>
                <a:gridCol w="2429251">
                  <a:extLst>
                    <a:ext uri="{9D8B030D-6E8A-4147-A177-3AD203B41FA5}">
                      <a16:colId xmlns:a16="http://schemas.microsoft.com/office/drawing/2014/main" val="1292099882"/>
                    </a:ext>
                  </a:extLst>
                </a:gridCol>
                <a:gridCol w="2333731">
                  <a:extLst>
                    <a:ext uri="{9D8B030D-6E8A-4147-A177-3AD203B41FA5}">
                      <a16:colId xmlns:a16="http://schemas.microsoft.com/office/drawing/2014/main" val="25916078"/>
                    </a:ext>
                  </a:extLst>
                </a:gridCol>
                <a:gridCol w="1998828">
                  <a:extLst>
                    <a:ext uri="{9D8B030D-6E8A-4147-A177-3AD203B41FA5}">
                      <a16:colId xmlns:a16="http://schemas.microsoft.com/office/drawing/2014/main" val="875780503"/>
                    </a:ext>
                  </a:extLst>
                </a:gridCol>
              </a:tblGrid>
              <a:tr h="5808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Метод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Критерий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Место принятия решения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Механизм реакции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Требования к оборудованию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5465756"/>
                  </a:ext>
                </a:extLst>
              </a:tr>
              <a:tr h="5005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DCQCN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ECN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Хост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Снижение скорости передачи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Поддержка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ECN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1955122"/>
                  </a:ext>
                </a:extLst>
              </a:tr>
              <a:tr h="5808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TIMELY/Swift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RTT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Хост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Снижение скорости передачи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Высокая точность таймеров NIC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1418980"/>
                  </a:ext>
                </a:extLst>
              </a:tr>
              <a:tr h="3336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HPCC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Хост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Управление окном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Поддержка INT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941980"/>
                  </a:ext>
                </a:extLst>
              </a:tr>
              <a:tr h="6086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RoCC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Длина очереди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Коммутатор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Явная передача скорости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Программируемые коммутаторы (P4/FPGA)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8317242"/>
                  </a:ext>
                </a:extLst>
              </a:tr>
              <a:tr h="3336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PowerTCP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Сетевая мощность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Хост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Управление окном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Опционально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</a:t>
                      </a:r>
                      <a:endParaRPr lang="ru-RU" sz="14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94551792"/>
                  </a:ext>
                </a:extLst>
              </a:tr>
              <a:tr h="5808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FNCC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Ускоренный INT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Хост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Управление окном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Поддержка INT, модификация ACK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9036620"/>
                  </a:ext>
                </a:extLst>
              </a:tr>
              <a:tr h="58088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FastFlow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ECN, RTT,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Packet </a:t>
                      </a: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Trimming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Хост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Управление окном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Поддержка Packet Trimming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2138875"/>
                  </a:ext>
                </a:extLst>
              </a:tr>
              <a:tr h="60864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GraphCC/PET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Статистика очередей (ML)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Коммутатор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Управление окном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Вычислительные ресурсы на коммутаторе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4858226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94033FB-7C12-5D2C-E9D4-14C8E59B2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745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методов балансировки нагрузки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983158"/>
              </p:ext>
            </p:extLst>
          </p:nvPr>
        </p:nvGraphicFramePr>
        <p:xfrm>
          <a:off x="627045" y="1325563"/>
          <a:ext cx="10937907" cy="33405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17544">
                  <a:extLst>
                    <a:ext uri="{9D8B030D-6E8A-4147-A177-3AD203B41FA5}">
                      <a16:colId xmlns:a16="http://schemas.microsoft.com/office/drawing/2014/main" val="1083166161"/>
                    </a:ext>
                  </a:extLst>
                </a:gridCol>
                <a:gridCol w="2106240">
                  <a:extLst>
                    <a:ext uri="{9D8B030D-6E8A-4147-A177-3AD203B41FA5}">
                      <a16:colId xmlns:a16="http://schemas.microsoft.com/office/drawing/2014/main" val="447389785"/>
                    </a:ext>
                  </a:extLst>
                </a:gridCol>
                <a:gridCol w="2340267">
                  <a:extLst>
                    <a:ext uri="{9D8B030D-6E8A-4147-A177-3AD203B41FA5}">
                      <a16:colId xmlns:a16="http://schemas.microsoft.com/office/drawing/2014/main" val="1292099882"/>
                    </a:ext>
                  </a:extLst>
                </a:gridCol>
                <a:gridCol w="2248246">
                  <a:extLst>
                    <a:ext uri="{9D8B030D-6E8A-4147-A177-3AD203B41FA5}">
                      <a16:colId xmlns:a16="http://schemas.microsoft.com/office/drawing/2014/main" val="25916078"/>
                    </a:ext>
                  </a:extLst>
                </a:gridCol>
                <a:gridCol w="1925610">
                  <a:extLst>
                    <a:ext uri="{9D8B030D-6E8A-4147-A177-3AD203B41FA5}">
                      <a16:colId xmlns:a16="http://schemas.microsoft.com/office/drawing/2014/main" val="875780503"/>
                    </a:ext>
                  </a:extLst>
                </a:gridCol>
              </a:tblGrid>
              <a:tr h="8136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Метод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Критерий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Место принятия решения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Гранулярность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Переупорядочивание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5465756"/>
                  </a:ext>
                </a:extLst>
              </a:tr>
              <a:tr h="7580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ECMP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Хэш заголовков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Коммутатор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Поток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Отсутствует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91955122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Packet Spraying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Round-Robin/Random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Хост или коммутатор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Пакет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Возникает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1418980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Flowlet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Длина очереди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Хост или коммутатор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Группа пакетов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Минимизировано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941980"/>
                  </a:ext>
                </a:extLst>
              </a:tr>
              <a:tr h="7580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Hopper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RTT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Хост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RTT-эпоха (группа пакетов)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Контролируется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8317242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AA469D8-F22A-054A-F417-2A6D8466E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21CB0-8405-4606-951C-8AD212FC321D}" type="slidenum">
              <a:rPr lang="ru-RU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4431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324</Words>
  <Application>Microsoft Office PowerPoint</Application>
  <PresentationFormat>Широкоэкранный</PresentationFormat>
  <Paragraphs>90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Times New Roman</vt:lpstr>
      <vt:lpstr>Тема Office</vt:lpstr>
      <vt:lpstr>Метод реализации сетевой архитектуры кластера машинного обучения с использованием механизмов контроля перегрузок</vt:lpstr>
      <vt:lpstr>Цели и задачи</vt:lpstr>
      <vt:lpstr>Сравнение методов контроля перегрузок</vt:lpstr>
      <vt:lpstr>Сравнение методов балансировки нагрузки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777</dc:creator>
  <cp:lastModifiedBy>777</cp:lastModifiedBy>
  <cp:revision>7</cp:revision>
  <dcterms:created xsi:type="dcterms:W3CDTF">2024-12-13T19:20:13Z</dcterms:created>
  <dcterms:modified xsi:type="dcterms:W3CDTF">2026-02-12T16:27:03Z</dcterms:modified>
</cp:coreProperties>
</file>